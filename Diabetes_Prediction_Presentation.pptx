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6E0C77-8A81-4671-9EE1-BAA3747355CE}" v="34" dt="2026-02-12T07:32:57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0812024100938" userId="007753d0-a758-40eb-a50d-22ce584034f2" providerId="ADAL" clId="{A6231C74-B724-4C22-80EC-D6FC0C9D8DC9}"/>
    <pc:docChg chg="modSld modMainMaster">
      <pc:chgData name="20812024100938" userId="007753d0-a758-40eb-a50d-22ce584034f2" providerId="ADAL" clId="{A6231C74-B724-4C22-80EC-D6FC0C9D8DC9}" dt="2026-02-12T07:32:57.036" v="33"/>
      <pc:docMkLst>
        <pc:docMk/>
      </pc:docMkLst>
      <pc:sldChg chg="modTransition">
        <pc:chgData name="20812024100938" userId="007753d0-a758-40eb-a50d-22ce584034f2" providerId="ADAL" clId="{A6231C74-B724-4C22-80EC-D6FC0C9D8DC9}" dt="2026-02-12T07:32:03.267" v="3"/>
        <pc:sldMkLst>
          <pc:docMk/>
          <pc:sldMk cId="0" sldId="256"/>
        </pc:sldMkLst>
      </pc:sldChg>
      <pc:sldChg chg="modTransition">
        <pc:chgData name="20812024100938" userId="007753d0-a758-40eb-a50d-22ce584034f2" providerId="ADAL" clId="{A6231C74-B724-4C22-80EC-D6FC0C9D8DC9}" dt="2026-02-12T07:32:26.240" v="5"/>
        <pc:sldMkLst>
          <pc:docMk/>
          <pc:sldMk cId="0" sldId="257"/>
        </pc:sldMkLst>
      </pc:sldChg>
      <pc:sldChg chg="modTransition">
        <pc:chgData name="20812024100938" userId="007753d0-a758-40eb-a50d-22ce584034f2" providerId="ADAL" clId="{A6231C74-B724-4C22-80EC-D6FC0C9D8DC9}" dt="2026-02-12T07:32:31.452" v="7"/>
        <pc:sldMkLst>
          <pc:docMk/>
          <pc:sldMk cId="0" sldId="258"/>
        </pc:sldMkLst>
      </pc:sldChg>
      <pc:sldChg chg="modTransition">
        <pc:chgData name="20812024100938" userId="007753d0-a758-40eb-a50d-22ce584034f2" providerId="ADAL" clId="{A6231C74-B724-4C22-80EC-D6FC0C9D8DC9}" dt="2026-02-12T07:32:38.695" v="15"/>
        <pc:sldMkLst>
          <pc:docMk/>
          <pc:sldMk cId="0" sldId="259"/>
        </pc:sldMkLst>
      </pc:sldChg>
      <pc:sldChg chg="modTransition">
        <pc:chgData name="20812024100938" userId="007753d0-a758-40eb-a50d-22ce584034f2" providerId="ADAL" clId="{A6231C74-B724-4C22-80EC-D6FC0C9D8DC9}" dt="2026-02-12T07:32:42.496" v="17"/>
        <pc:sldMkLst>
          <pc:docMk/>
          <pc:sldMk cId="0" sldId="260"/>
        </pc:sldMkLst>
      </pc:sldChg>
      <pc:sldChg chg="modTransition">
        <pc:chgData name="20812024100938" userId="007753d0-a758-40eb-a50d-22ce584034f2" providerId="ADAL" clId="{A6231C74-B724-4C22-80EC-D6FC0C9D8DC9}" dt="2026-02-12T07:32:45.837" v="19"/>
        <pc:sldMkLst>
          <pc:docMk/>
          <pc:sldMk cId="0" sldId="261"/>
        </pc:sldMkLst>
      </pc:sldChg>
      <pc:sldChg chg="modTransition">
        <pc:chgData name="20812024100938" userId="007753d0-a758-40eb-a50d-22ce584034f2" providerId="ADAL" clId="{A6231C74-B724-4C22-80EC-D6FC0C9D8DC9}" dt="2026-02-12T07:32:47.306" v="21"/>
        <pc:sldMkLst>
          <pc:docMk/>
          <pc:sldMk cId="0" sldId="262"/>
        </pc:sldMkLst>
      </pc:sldChg>
      <pc:sldChg chg="modTransition">
        <pc:chgData name="20812024100938" userId="007753d0-a758-40eb-a50d-22ce584034f2" providerId="ADAL" clId="{A6231C74-B724-4C22-80EC-D6FC0C9D8DC9}" dt="2026-02-12T07:32:49.044" v="23"/>
        <pc:sldMkLst>
          <pc:docMk/>
          <pc:sldMk cId="0" sldId="263"/>
        </pc:sldMkLst>
      </pc:sldChg>
      <pc:sldChg chg="modTransition">
        <pc:chgData name="20812024100938" userId="007753d0-a758-40eb-a50d-22ce584034f2" providerId="ADAL" clId="{A6231C74-B724-4C22-80EC-D6FC0C9D8DC9}" dt="2026-02-12T07:32:51.513" v="25"/>
        <pc:sldMkLst>
          <pc:docMk/>
          <pc:sldMk cId="0" sldId="264"/>
        </pc:sldMkLst>
      </pc:sldChg>
      <pc:sldChg chg="modTransition">
        <pc:chgData name="20812024100938" userId="007753d0-a758-40eb-a50d-22ce584034f2" providerId="ADAL" clId="{A6231C74-B724-4C22-80EC-D6FC0C9D8DC9}" dt="2026-02-12T07:32:52.973" v="27"/>
        <pc:sldMkLst>
          <pc:docMk/>
          <pc:sldMk cId="0" sldId="265"/>
        </pc:sldMkLst>
      </pc:sldChg>
      <pc:sldChg chg="modTransition">
        <pc:chgData name="20812024100938" userId="007753d0-a758-40eb-a50d-22ce584034f2" providerId="ADAL" clId="{A6231C74-B724-4C22-80EC-D6FC0C9D8DC9}" dt="2026-02-12T07:32:54.286" v="29"/>
        <pc:sldMkLst>
          <pc:docMk/>
          <pc:sldMk cId="0" sldId="266"/>
        </pc:sldMkLst>
      </pc:sldChg>
      <pc:sldChg chg="modTransition">
        <pc:chgData name="20812024100938" userId="007753d0-a758-40eb-a50d-22ce584034f2" providerId="ADAL" clId="{A6231C74-B724-4C22-80EC-D6FC0C9D8DC9}" dt="2026-02-12T07:32:55.707" v="31"/>
        <pc:sldMkLst>
          <pc:docMk/>
          <pc:sldMk cId="0" sldId="267"/>
        </pc:sldMkLst>
      </pc:sldChg>
      <pc:sldChg chg="modTransition">
        <pc:chgData name="20812024100938" userId="007753d0-a758-40eb-a50d-22ce584034f2" providerId="ADAL" clId="{A6231C74-B724-4C22-80EC-D6FC0C9D8DC9}" dt="2026-02-12T07:32:57.036" v="33"/>
        <pc:sldMkLst>
          <pc:docMk/>
          <pc:sldMk cId="0" sldId="268"/>
        </pc:sldMkLst>
      </pc:sldChg>
      <pc:sldMasterChg chg="modTransition modSldLayout">
        <pc:chgData name="20812024100938" userId="007753d0-a758-40eb-a50d-22ce584034f2" providerId="ADAL" clId="{A6231C74-B724-4C22-80EC-D6FC0C9D8DC9}" dt="2026-02-12T07:31:58.512" v="1"/>
        <pc:sldMasterMkLst>
          <pc:docMk/>
          <pc:sldMasterMk cId="0" sldId="2147483659"/>
        </pc:sldMasterMkLst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48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49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0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1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2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3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4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5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6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7"/>
          </pc:sldLayoutMkLst>
        </pc:sldLayoutChg>
        <pc:sldLayoutChg chg="modTransition">
          <pc:chgData name="20812024100938" userId="007753d0-a758-40eb-a50d-22ce584034f2" providerId="ADAL" clId="{A6231C74-B724-4C22-80EC-D6FC0C9D8DC9}" dt="2026-02-12T07:31:58.512" v="1"/>
          <pc:sldLayoutMkLst>
            <pc:docMk/>
            <pc:sldMasterMk cId="0" sldId="2147483659"/>
            <pc:sldLayoutMk cId="0" sldId="214748365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78e2f29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78e2f29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78e2f295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78e2f295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78e2f295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78e2f295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8e2f295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78e2f295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78e2f295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78e2f295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8e2f295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78e2f295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78e2f295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78e2f295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78e2f295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78e2f295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78e2f295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78e2f295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8e2f295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8e2f295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8e2f295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78e2f295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8e2f295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78e2f295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78e2f295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78e2f295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عايزك تشيل الايموجيز اللي جمب الاسامي 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650" y="264127"/>
            <a:ext cx="11609450" cy="646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8" descr="عايزها تكون نفس الdesign بتاع الslides اللي قبلها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9" descr="Beautify this slid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0" descr="عايز نفس الديزاين القديم بتاع سلايد 7 اللي هو غامق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 descr="عايز الديزاين يكون غامق زي سلايد 6 و 7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 descr="عايز الديزاين الغامق برضو بتاع سلايد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descr="عايز الديزاين يكون غامق زي سلايد 6 و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descr="ايوه الديزاين ده حلو بس عايزك تعمله بنفس الوان سلايد 6و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5" descr="عايز الديزاين يكون غامق زي سلايد 6 و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20812024100938</cp:lastModifiedBy>
  <cp:revision>1</cp:revision>
  <dcterms:modified xsi:type="dcterms:W3CDTF">2026-02-12T07:33:04Z</dcterms:modified>
</cp:coreProperties>
</file>